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58" r:id="rId21"/>
    <p:sldId id="281" r:id="rId22"/>
    <p:sldId id="282" r:id="rId23"/>
    <p:sldId id="283" r:id="rId24"/>
    <p:sldId id="284" r:id="rId25"/>
    <p:sldId id="285" r:id="rId26"/>
    <p:sldId id="286" r:id="rId27"/>
    <p:sldId id="271" r:id="rId28"/>
    <p:sldId id="287" r:id="rId29"/>
    <p:sldId id="257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B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8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creativecommons.org/licenses/by-sa/3.0/" TargetMode="External"/><Relationship Id="rId2" Type="http://schemas.openxmlformats.org/officeDocument/2006/relationships/hyperlink" Target="https://es.wikiquote.org/wiki/Pregunta" TargetMode="External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28522" y="3248167"/>
            <a:ext cx="5963479" cy="3073235"/>
          </a:xfrm>
        </p:spPr>
        <p:txBody>
          <a:bodyPr>
            <a:normAutofit/>
          </a:bodyPr>
          <a:lstStyle/>
          <a:p>
            <a:r>
              <a:rPr lang="es-AR" dirty="0"/>
              <a:t>ADMINISTRACIÓN DE BASE DE DATOS</a:t>
            </a:r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47"/>
            <a:ext cx="6228522" cy="6878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435" y="0"/>
            <a:ext cx="102174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6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7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8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9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0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1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2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5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6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7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8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9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56" b="12657"/>
          <a:stretch>
            <a:fillRect/>
          </a:stretch>
        </p:blipFill>
        <p:spPr>
          <a:xfrm>
            <a:off x="1524000" y="821634"/>
            <a:ext cx="9144000" cy="55129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52"/>
          <a:stretch>
            <a:fillRect/>
          </a:stretch>
        </p:blipFill>
        <p:spPr>
          <a:xfrm>
            <a:off x="1524000" y="207522"/>
            <a:ext cx="9144000" cy="64429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"/>
          <p:cNvPicPr>
            <a:picLocks noGrp="1" noChangeAspect="1"/>
          </p:cNvPicPr>
          <p:nvPr isPhoto="1"/>
        </p:nvPicPr>
        <p:blipFill rotWithShape="1"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82"/>
          <a:stretch>
            <a:fillRect/>
          </a:stretch>
        </p:blipFill>
        <p:spPr>
          <a:xfrm>
            <a:off x="1622474" y="524021"/>
            <a:ext cx="9144000" cy="58099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3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505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4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8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2883877" y="168812"/>
            <a:ext cx="6513341" cy="7174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dirty="0"/>
              <a:t>Restricciones de Generalización</a:t>
            </a:r>
            <a:endParaRPr lang="es-AR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9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2883877" y="168812"/>
            <a:ext cx="6513341" cy="7174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dirty="0"/>
              <a:t>Restricciones de Generalización</a:t>
            </a:r>
            <a:endParaRPr lang="es-AR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0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1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5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6"/>
          <p:cNvPicPr>
            <a:picLocks noGrp="1" noChangeAspect="1"/>
          </p:cNvPicPr>
          <p:nvPr isPhoto="1"/>
        </p:nvPicPr>
        <p:blipFill>
          <a:blip r:embed="rId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2667000" y="6858000"/>
            <a:ext cx="685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900">
                <a:hlinkClick r:id="rId2" tooltip="https://es.wikiquote.org/wiki/Pregunta"/>
              </a:rPr>
              <a:t>Esta foto</a:t>
            </a:r>
            <a:r>
              <a:rPr lang="es-AR" sz="900"/>
              <a:t> de Autor desconocido está bajo licencia </a:t>
            </a:r>
            <a:r>
              <a:rPr lang="es-AR" sz="900">
                <a:hlinkClick r:id="rId3" tooltip="https://creativecommons.org/licenses/by-sa/3.0/"/>
              </a:rPr>
              <a:t>CC BY-SA</a:t>
            </a:r>
            <a:endParaRPr lang="es-AR" sz="9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0</TotalTime>
  <Words>151</Words>
  <Application>WPS Presentation</Application>
  <PresentationFormat>Panorámica</PresentationFormat>
  <Paragraphs>8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Arial</vt:lpstr>
      <vt:lpstr>SimSun</vt:lpstr>
      <vt:lpstr>Wingdings</vt:lpstr>
      <vt:lpstr>Trebuchet MS</vt:lpstr>
      <vt:lpstr>Tw Cen MT</vt:lpstr>
      <vt:lpstr>Segoe Print</vt:lpstr>
      <vt:lpstr>Microsoft YaHei</vt:lpstr>
      <vt:lpstr>Arial Unicode MS</vt:lpstr>
      <vt:lpstr>Calibri</vt:lpstr>
      <vt:lpstr>Circuito</vt:lpstr>
      <vt:lpstr>ADMINISTRACIÓN DE BASE DE DATOS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Tecnicatura Universitaria en Desarrollo de software</dc:title>
  <dc:creator>Usuario</dc:creator>
  <cp:lastModifiedBy>Ema</cp:lastModifiedBy>
  <cp:revision>14</cp:revision>
  <dcterms:created xsi:type="dcterms:W3CDTF">2019-02-06T15:51:00Z</dcterms:created>
  <dcterms:modified xsi:type="dcterms:W3CDTF">2025-10-08T23:20:48Z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99C1E48B514144CA830D7360DF01B897_12</vt:lpwstr>
  </property>
  <property fmtid="{D5CDD505-2E9C-101B-9397-08002B2CF9AE}" pid="3" name="KSOProductBuildVer">
    <vt:lpwstr>2058-12.2.0.22549</vt:lpwstr>
  </property>
</Properties>
</file>
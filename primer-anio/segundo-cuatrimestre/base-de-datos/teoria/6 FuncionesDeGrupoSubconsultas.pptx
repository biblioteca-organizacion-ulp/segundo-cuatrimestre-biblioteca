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5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72B6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59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88CFFE6-35ED-44EA-8B97-0818B3961DD0}" type="datetimeFigureOut">
              <a:rPr lang="es-AR" smtClean="0"/>
              <a:pPr/>
              <a:t>08/04/2019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1838667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08/04/2019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1659383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08/04/2019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4104096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08/04/2019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237960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08/04/2019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1902731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08/04/2019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3451996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08/04/2019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228179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08/04/2019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15356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08/04/2019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3950997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08/04/2019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4043321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08/04/2019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1685124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08/04/2019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2684682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08/04/2019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1176389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08/04/2019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3548907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08/04/2019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2595187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08/04/2019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3996710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pPr/>
              <a:t>08/04/2019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278588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CFFE6-35ED-44EA-8B97-0818B3961DD0}" type="datetimeFigureOut">
              <a:rPr lang="es-AR" smtClean="0"/>
              <a:pPr/>
              <a:t>08/04/2019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31B5F-CBBD-4E77-9701-40E35D75C5FE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xmlns="" val="39017384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quote.org/wiki/Pregunta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28522" y="3248167"/>
            <a:ext cx="5963479" cy="3073235"/>
          </a:xfrm>
        </p:spPr>
        <p:txBody>
          <a:bodyPr>
            <a:normAutofit/>
          </a:bodyPr>
          <a:lstStyle/>
          <a:p>
            <a:r>
              <a:rPr lang="es-AR" dirty="0"/>
              <a:t>ADMINISTRACIÓN DE BASE DE DATOS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-13647"/>
            <a:ext cx="6228522" cy="687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70392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">
            <a:extLst>
              <a:ext uri="{FF2B5EF4-FFF2-40B4-BE49-F238E27FC236}">
                <a16:creationId xmlns:a16="http://schemas.microsoft.com/office/drawing/2014/main" xmlns="" id="{D914287E-3764-4741-A155-CC331E76290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2989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">
            <a:extLst>
              <a:ext uri="{FF2B5EF4-FFF2-40B4-BE49-F238E27FC236}">
                <a16:creationId xmlns:a16="http://schemas.microsoft.com/office/drawing/2014/main" xmlns="" id="{6F17CD29-6EE1-4166-B3F6-574D2322C97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17842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3">
            <a:extLst>
              <a:ext uri="{FF2B5EF4-FFF2-40B4-BE49-F238E27FC236}">
                <a16:creationId xmlns:a16="http://schemas.microsoft.com/office/drawing/2014/main" xmlns="" id="{B075FEC0-47F8-4BD6-BFC5-D66D618C30A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42023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4">
            <a:extLst>
              <a:ext uri="{FF2B5EF4-FFF2-40B4-BE49-F238E27FC236}">
                <a16:creationId xmlns:a16="http://schemas.microsoft.com/office/drawing/2014/main" xmlns="" id="{091C2824-B109-41E3-B728-E6CFA4E42D3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67316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5">
            <a:extLst>
              <a:ext uri="{FF2B5EF4-FFF2-40B4-BE49-F238E27FC236}">
                <a16:creationId xmlns:a16="http://schemas.microsoft.com/office/drawing/2014/main" xmlns="" id="{1578D239-BB13-4E1F-814F-5062FA0B244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91563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6">
            <a:extLst>
              <a:ext uri="{FF2B5EF4-FFF2-40B4-BE49-F238E27FC236}">
                <a16:creationId xmlns:a16="http://schemas.microsoft.com/office/drawing/2014/main" xmlns="" id="{852ABB04-1B55-4E8E-AE1E-676D0269BDA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74590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7">
            <a:extLst>
              <a:ext uri="{FF2B5EF4-FFF2-40B4-BE49-F238E27FC236}">
                <a16:creationId xmlns:a16="http://schemas.microsoft.com/office/drawing/2014/main" xmlns="" id="{C7CE0AC9-1649-4503-B69F-8AEAD4AA0AB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03826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8">
            <a:extLst>
              <a:ext uri="{FF2B5EF4-FFF2-40B4-BE49-F238E27FC236}">
                <a16:creationId xmlns:a16="http://schemas.microsoft.com/office/drawing/2014/main" xmlns="" id="{44B1AC7F-B903-4843-8579-028BAB46EBE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77787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9">
            <a:extLst>
              <a:ext uri="{FF2B5EF4-FFF2-40B4-BE49-F238E27FC236}">
                <a16:creationId xmlns:a16="http://schemas.microsoft.com/office/drawing/2014/main" xmlns="" id="{B44091DC-579C-4505-81A4-FF1D25F0FEF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05299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0">
            <a:extLst>
              <a:ext uri="{FF2B5EF4-FFF2-40B4-BE49-F238E27FC236}">
                <a16:creationId xmlns:a16="http://schemas.microsoft.com/office/drawing/2014/main" xmlns="" id="{A51AF903-EEC2-48D9-936B-463887AC73B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4" name="3 Rectángulo"/>
          <p:cNvSpPr/>
          <p:nvPr/>
        </p:nvSpPr>
        <p:spPr>
          <a:xfrm>
            <a:off x="2551586" y="4446117"/>
            <a:ext cx="7266926" cy="461665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es-AR" sz="2400" dirty="0" smtClean="0">
                <a:solidFill>
                  <a:schemeClr val="bg1"/>
                </a:solidFill>
              </a:rPr>
              <a:t>SELECT AVG(IFNULL(commission_pct,0)) FROM </a:t>
            </a:r>
            <a:r>
              <a:rPr lang="es-AR" sz="2400" dirty="0" err="1" smtClean="0">
                <a:solidFill>
                  <a:schemeClr val="bg1"/>
                </a:solidFill>
              </a:rPr>
              <a:t>employees</a:t>
            </a:r>
            <a:r>
              <a:rPr lang="es-AR" sz="2400" dirty="0" smtClean="0">
                <a:solidFill>
                  <a:schemeClr val="bg1"/>
                </a:solidFill>
              </a:rPr>
              <a:t>;</a:t>
            </a:r>
            <a:endParaRPr lang="es-A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79147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1">
            <a:extLst>
              <a:ext uri="{FF2B5EF4-FFF2-40B4-BE49-F238E27FC236}">
                <a16:creationId xmlns:a16="http://schemas.microsoft.com/office/drawing/2014/main" xmlns="" id="{843009FC-FA34-428B-A5A9-53BCE262449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01758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2">
            <a:extLst>
              <a:ext uri="{FF2B5EF4-FFF2-40B4-BE49-F238E27FC236}">
                <a16:creationId xmlns:a16="http://schemas.microsoft.com/office/drawing/2014/main" xmlns="" id="{9BBE7A5F-2148-43E2-ACA0-E7F8B6D3914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51230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3">
            <a:extLst>
              <a:ext uri="{FF2B5EF4-FFF2-40B4-BE49-F238E27FC236}">
                <a16:creationId xmlns:a16="http://schemas.microsoft.com/office/drawing/2014/main" xmlns="" id="{0A387405-8910-4922-8DBA-8FCEAAF59D9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72653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4">
            <a:extLst>
              <a:ext uri="{FF2B5EF4-FFF2-40B4-BE49-F238E27FC236}">
                <a16:creationId xmlns:a16="http://schemas.microsoft.com/office/drawing/2014/main" xmlns="" id="{7C37F110-F993-402B-842A-28DAE9B72C2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38606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5">
            <a:extLst>
              <a:ext uri="{FF2B5EF4-FFF2-40B4-BE49-F238E27FC236}">
                <a16:creationId xmlns:a16="http://schemas.microsoft.com/office/drawing/2014/main" xmlns="" id="{A5BAF151-AA73-4293-AD1D-A30F9F79249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06527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6">
            <a:extLst>
              <a:ext uri="{FF2B5EF4-FFF2-40B4-BE49-F238E27FC236}">
                <a16:creationId xmlns:a16="http://schemas.microsoft.com/office/drawing/2014/main" xmlns="" id="{B9461DF6-C809-4FFB-86E1-A1C8E109047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69953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7">
            <a:extLst>
              <a:ext uri="{FF2B5EF4-FFF2-40B4-BE49-F238E27FC236}">
                <a16:creationId xmlns:a16="http://schemas.microsoft.com/office/drawing/2014/main" xmlns="" id="{A3FD28A7-D96D-4CFF-B780-A7CF7906A35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73136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8">
            <a:extLst>
              <a:ext uri="{FF2B5EF4-FFF2-40B4-BE49-F238E27FC236}">
                <a16:creationId xmlns:a16="http://schemas.microsoft.com/office/drawing/2014/main" xmlns="" id="{BCBAE300-3AA5-4F66-8D66-483BEFD15E0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23678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9">
            <a:extLst>
              <a:ext uri="{FF2B5EF4-FFF2-40B4-BE49-F238E27FC236}">
                <a16:creationId xmlns:a16="http://schemas.microsoft.com/office/drawing/2014/main" xmlns="" id="{37647FBC-AD9D-4A17-B31D-C60ACA2C867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9565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0">
            <a:extLst>
              <a:ext uri="{FF2B5EF4-FFF2-40B4-BE49-F238E27FC236}">
                <a16:creationId xmlns:a16="http://schemas.microsoft.com/office/drawing/2014/main" xmlns="" id="{07CAF0E8-9CF1-4ADE-B4F8-92CF428D344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29549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1">
            <a:extLst>
              <a:ext uri="{FF2B5EF4-FFF2-40B4-BE49-F238E27FC236}">
                <a16:creationId xmlns:a16="http://schemas.microsoft.com/office/drawing/2014/main" xmlns="" id="{AA0A5E71-7530-4246-B75B-1EF3760C5AC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14414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2">
            <a:extLst>
              <a:ext uri="{FF2B5EF4-FFF2-40B4-BE49-F238E27FC236}">
                <a16:creationId xmlns:a16="http://schemas.microsoft.com/office/drawing/2014/main" xmlns="" id="{79F58475-BB59-4D6C-8B3C-1209EC3DF4B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729437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3">
            <a:extLst>
              <a:ext uri="{FF2B5EF4-FFF2-40B4-BE49-F238E27FC236}">
                <a16:creationId xmlns:a16="http://schemas.microsoft.com/office/drawing/2014/main" xmlns="" id="{CBF4730C-F493-474C-80DC-6DEA0FAC134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74043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4">
            <a:extLst>
              <a:ext uri="{FF2B5EF4-FFF2-40B4-BE49-F238E27FC236}">
                <a16:creationId xmlns:a16="http://schemas.microsoft.com/office/drawing/2014/main" xmlns="" id="{B2D3CD57-0708-4037-8CD8-77C98A8D0BD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83229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5">
            <a:extLst>
              <a:ext uri="{FF2B5EF4-FFF2-40B4-BE49-F238E27FC236}">
                <a16:creationId xmlns:a16="http://schemas.microsoft.com/office/drawing/2014/main" xmlns="" id="{6A2388DE-F0CF-47BF-83A4-C86EF2F1543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16784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6">
            <a:extLst>
              <a:ext uri="{FF2B5EF4-FFF2-40B4-BE49-F238E27FC236}">
                <a16:creationId xmlns:a16="http://schemas.microsoft.com/office/drawing/2014/main" xmlns="" id="{8FDEDF6A-860B-4A5B-B641-A8033621EDF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68128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7">
            <a:extLst>
              <a:ext uri="{FF2B5EF4-FFF2-40B4-BE49-F238E27FC236}">
                <a16:creationId xmlns:a16="http://schemas.microsoft.com/office/drawing/2014/main" xmlns="" id="{91BA790F-5AA6-4DBA-8096-D014C718280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53175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8">
            <a:extLst>
              <a:ext uri="{FF2B5EF4-FFF2-40B4-BE49-F238E27FC236}">
                <a16:creationId xmlns:a16="http://schemas.microsoft.com/office/drawing/2014/main" xmlns="" id="{B5E3C6C0-53C0-41AF-BDD8-989375E4EBF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681117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9">
            <a:extLst>
              <a:ext uri="{FF2B5EF4-FFF2-40B4-BE49-F238E27FC236}">
                <a16:creationId xmlns:a16="http://schemas.microsoft.com/office/drawing/2014/main" xmlns="" id="{77FD6AF1-B275-45A3-9B23-749329B6643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892610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30">
            <a:extLst>
              <a:ext uri="{FF2B5EF4-FFF2-40B4-BE49-F238E27FC236}">
                <a16:creationId xmlns:a16="http://schemas.microsoft.com/office/drawing/2014/main" xmlns="" id="{6BA278FE-D52F-4F95-94C2-FF0787020F6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64763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31">
            <a:extLst>
              <a:ext uri="{FF2B5EF4-FFF2-40B4-BE49-F238E27FC236}">
                <a16:creationId xmlns:a16="http://schemas.microsoft.com/office/drawing/2014/main" xmlns="" id="{6AECBB67-E74D-4D42-9F4B-6919474B6B8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308711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32">
            <a:extLst>
              <a:ext uri="{FF2B5EF4-FFF2-40B4-BE49-F238E27FC236}">
                <a16:creationId xmlns:a16="http://schemas.microsoft.com/office/drawing/2014/main" xmlns="" id="{FB3ADE0A-498A-48BD-8205-CCF6F6143BD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39840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33">
            <a:extLst>
              <a:ext uri="{FF2B5EF4-FFF2-40B4-BE49-F238E27FC236}">
                <a16:creationId xmlns:a16="http://schemas.microsoft.com/office/drawing/2014/main" xmlns="" id="{119F8116-79B9-4C58-A6E0-C08B8CFCA42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08026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34">
            <a:extLst>
              <a:ext uri="{FF2B5EF4-FFF2-40B4-BE49-F238E27FC236}">
                <a16:creationId xmlns:a16="http://schemas.microsoft.com/office/drawing/2014/main" xmlns="" id="{25951797-885C-4D03-A67A-A82FE1E5495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364085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35">
            <a:extLst>
              <a:ext uri="{FF2B5EF4-FFF2-40B4-BE49-F238E27FC236}">
                <a16:creationId xmlns:a16="http://schemas.microsoft.com/office/drawing/2014/main" xmlns="" id="{5C007816-4F06-4A59-90CB-C8064B38AC8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130156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36">
            <a:extLst>
              <a:ext uri="{FF2B5EF4-FFF2-40B4-BE49-F238E27FC236}">
                <a16:creationId xmlns:a16="http://schemas.microsoft.com/office/drawing/2014/main" xmlns="" id="{CDC118AE-A265-4A60-9C18-9EDBFE654C0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601003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37">
            <a:extLst>
              <a:ext uri="{FF2B5EF4-FFF2-40B4-BE49-F238E27FC236}">
                <a16:creationId xmlns:a16="http://schemas.microsoft.com/office/drawing/2014/main" xmlns="" id="{73D05901-D0D6-4AD1-B178-E6DD3C71EF7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057640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38">
            <a:extLst>
              <a:ext uri="{FF2B5EF4-FFF2-40B4-BE49-F238E27FC236}">
                <a16:creationId xmlns:a16="http://schemas.microsoft.com/office/drawing/2014/main" xmlns="" id="{40C4AD14-99FC-4838-8E6D-D07B86440BC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767009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39">
            <a:extLst>
              <a:ext uri="{FF2B5EF4-FFF2-40B4-BE49-F238E27FC236}">
                <a16:creationId xmlns:a16="http://schemas.microsoft.com/office/drawing/2014/main" xmlns="" id="{0D8A8389-9C50-48BE-BEDF-D79CE0E7116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575133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40">
            <a:extLst>
              <a:ext uri="{FF2B5EF4-FFF2-40B4-BE49-F238E27FC236}">
                <a16:creationId xmlns:a16="http://schemas.microsoft.com/office/drawing/2014/main" xmlns="" id="{F87D3BAE-A8EA-4EE8-852A-18E21AADCB0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875944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7EA2E7BB-99E6-479E-B1D0-A619907BC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6B466154-5DA0-4D0D-8EC8-0BD173BED50A}"/>
              </a:ext>
            </a:extLst>
          </p:cNvPr>
          <p:cNvSpPr txBox="1"/>
          <p:nvPr/>
        </p:nvSpPr>
        <p:spPr>
          <a:xfrm>
            <a:off x="2667000" y="6858000"/>
            <a:ext cx="685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900">
                <a:hlinkClick r:id="rId3" tooltip="https://es.wikiquote.org/wiki/Pregunta"/>
              </a:rPr>
              <a:t>Esta foto</a:t>
            </a:r>
            <a:r>
              <a:rPr lang="es-AR" sz="900"/>
              <a:t> de Autor desconocido está bajo licencia </a:t>
            </a:r>
            <a:r>
              <a:rPr lang="es-AR" sz="900">
                <a:hlinkClick r:id="rId4" tooltip="https://creativecommons.org/licenses/by-sa/3.0/"/>
              </a:rPr>
              <a:t>CC BY-SA</a:t>
            </a:r>
            <a:endParaRPr lang="es-AR" sz="900"/>
          </a:p>
        </p:txBody>
      </p:sp>
    </p:spTree>
    <p:extLst>
      <p:ext uri="{BB962C8B-B14F-4D97-AF65-F5344CB8AC3E}">
        <p14:creationId xmlns:p14="http://schemas.microsoft.com/office/powerpoint/2010/main" xmlns="" val="9734657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269</TotalTime>
  <Words>21</Words>
  <Application>Microsoft Office PowerPoint</Application>
  <PresentationFormat>Personalizado</PresentationFormat>
  <Paragraphs>3</Paragraphs>
  <Slides>42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3" baseType="lpstr">
      <vt:lpstr>Circuito</vt:lpstr>
      <vt:lpstr>ADMINISTRACIÓN DE BASE DE DATOS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  <vt:lpstr>Diapositiva 15</vt:lpstr>
      <vt:lpstr>Diapositiva 16</vt:lpstr>
      <vt:lpstr>Diapositiva 17</vt:lpstr>
      <vt:lpstr>Diapositiva 18</vt:lpstr>
      <vt:lpstr>Diapositiva 19</vt:lpstr>
      <vt:lpstr>Diapositiva 20</vt:lpstr>
      <vt:lpstr>Diapositiva 21</vt:lpstr>
      <vt:lpstr>Diapositiva 22</vt:lpstr>
      <vt:lpstr>Diapositiva 23</vt:lpstr>
      <vt:lpstr>Diapositiva 24</vt:lpstr>
      <vt:lpstr>Diapositiva 25</vt:lpstr>
      <vt:lpstr>Diapositiva 26</vt:lpstr>
      <vt:lpstr>Diapositiva 27</vt:lpstr>
      <vt:lpstr>Diapositiva 28</vt:lpstr>
      <vt:lpstr>Diapositiva 29</vt:lpstr>
      <vt:lpstr>Diapositiva 30</vt:lpstr>
      <vt:lpstr>Diapositiva 31</vt:lpstr>
      <vt:lpstr>Diapositiva 32</vt:lpstr>
      <vt:lpstr>Diapositiva 33</vt:lpstr>
      <vt:lpstr>Diapositiva 34</vt:lpstr>
      <vt:lpstr>Diapositiva 35</vt:lpstr>
      <vt:lpstr>Diapositiva 36</vt:lpstr>
      <vt:lpstr>Diapositiva 37</vt:lpstr>
      <vt:lpstr>Diapositiva 38</vt:lpstr>
      <vt:lpstr>Diapositiva 39</vt:lpstr>
      <vt:lpstr>Diapositiva 40</vt:lpstr>
      <vt:lpstr>Diapositiva 41</vt:lpstr>
      <vt:lpstr>Diapositiva 42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Tecnicatura Universitaria en Desarrollo de software</dc:title>
  <dc:creator>Usuario</dc:creator>
  <cp:lastModifiedBy>usuario2</cp:lastModifiedBy>
  <cp:revision>22</cp:revision>
  <dcterms:created xsi:type="dcterms:W3CDTF">2019-02-06T15:51:16Z</dcterms:created>
  <dcterms:modified xsi:type="dcterms:W3CDTF">2019-04-08T03:49:35Z</dcterms:modified>
</cp:coreProperties>
</file>